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6459200" cx="109728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184">
          <p15:clr>
            <a:srgbClr val="747775"/>
          </p15:clr>
        </p15:guide>
        <p15:guide id="2" pos="34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184" orient="horz"/>
        <p:guide pos="34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8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86328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74050" y="2382640"/>
            <a:ext cx="10224600" cy="6568200"/>
          </a:xfrm>
          <a:prstGeom prst="rect">
            <a:avLst/>
          </a:prstGeom>
        </p:spPr>
        <p:txBody>
          <a:bodyPr anchorCtr="0" anchor="b" bIns="173150" lIns="173150" spcFirstLastPara="1" rIns="173150" wrap="square" tIns="1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1pPr>
            <a:lvl2pPr lvl="1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2pPr>
            <a:lvl3pPr lvl="2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3pPr>
            <a:lvl4pPr lvl="3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4pPr>
            <a:lvl5pPr lvl="4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5pPr>
            <a:lvl6pPr lvl="5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6pPr>
            <a:lvl7pPr lvl="6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7pPr>
            <a:lvl8pPr lvl="7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8pPr>
            <a:lvl9pPr lvl="8" algn="ctr">
              <a:spcBef>
                <a:spcPts val="0"/>
              </a:spcBef>
              <a:spcAft>
                <a:spcPts val="0"/>
              </a:spcAft>
              <a:buSzPts val="9848"/>
              <a:buNone/>
              <a:defRPr sz="9847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74040" y="9069200"/>
            <a:ext cx="10224600" cy="25362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74040" y="6882720"/>
            <a:ext cx="10224600" cy="26937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1pPr>
            <a:lvl2pPr lvl="1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2pPr>
            <a:lvl3pPr lvl="2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3pPr>
            <a:lvl4pPr lvl="3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4pPr>
            <a:lvl5pPr lvl="4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5pPr>
            <a:lvl6pPr lvl="5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6pPr>
            <a:lvl7pPr lvl="6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7pPr>
            <a:lvl8pPr lvl="7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8pPr>
            <a:lvl9pPr lvl="8" algn="ctr">
              <a:spcBef>
                <a:spcPts val="0"/>
              </a:spcBef>
              <a:spcAft>
                <a:spcPts val="0"/>
              </a:spcAft>
              <a:buSzPts val="6818"/>
              <a:buNone/>
              <a:defRPr sz="681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74040" y="1424080"/>
            <a:ext cx="10224600" cy="18330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1pPr>
            <a:lvl2pPr lvl="1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2pPr>
            <a:lvl3pPr lvl="2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3pPr>
            <a:lvl4pPr lvl="3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4pPr>
            <a:lvl5pPr lvl="4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5pPr>
            <a:lvl6pPr lvl="5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6pPr>
            <a:lvl7pPr lvl="6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7pPr>
            <a:lvl8pPr lvl="7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8pPr>
            <a:lvl9pPr lvl="8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74040" y="3687920"/>
            <a:ext cx="10224600" cy="109329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indent="-445064" lvl="0" marL="457200">
              <a:spcBef>
                <a:spcPts val="0"/>
              </a:spcBef>
              <a:spcAft>
                <a:spcPts val="0"/>
              </a:spcAft>
              <a:buSzPts val="3409"/>
              <a:buChar char="●"/>
              <a:defRPr sz="3408"/>
            </a:lvl1pPr>
            <a:lvl2pPr indent="-396961" lvl="1" marL="914400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2pPr>
            <a:lvl3pPr indent="-396961" lvl="2" marL="1371600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3pPr>
            <a:lvl4pPr indent="-396961" lvl="3" marL="1828800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4pPr>
            <a:lvl5pPr indent="-396961" lvl="4" marL="2286000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5pPr>
            <a:lvl6pPr indent="-396961" lvl="5" marL="2743200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6pPr>
            <a:lvl7pPr indent="-396961" lvl="6" marL="3200400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7pPr>
            <a:lvl8pPr indent="-396961" lvl="7" marL="3657600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8pPr>
            <a:lvl9pPr indent="-396961" lvl="8" marL="4114800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74040" y="1424080"/>
            <a:ext cx="10224600" cy="18330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1pPr>
            <a:lvl2pPr lvl="1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2pPr>
            <a:lvl3pPr lvl="2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3pPr>
            <a:lvl4pPr lvl="3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4pPr>
            <a:lvl5pPr lvl="4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5pPr>
            <a:lvl6pPr lvl="5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6pPr>
            <a:lvl7pPr lvl="6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7pPr>
            <a:lvl8pPr lvl="7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8pPr>
            <a:lvl9pPr lvl="8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74040" y="3687920"/>
            <a:ext cx="4800000" cy="109329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indent="-396961" lvl="0" marL="457200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1pPr>
            <a:lvl2pPr indent="-372909" lvl="1" marL="9144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2pPr>
            <a:lvl3pPr indent="-372909" lvl="2" marL="13716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3pPr>
            <a:lvl4pPr indent="-372909" lvl="3" marL="1828800">
              <a:spcBef>
                <a:spcPts val="0"/>
              </a:spcBef>
              <a:spcAft>
                <a:spcPts val="0"/>
              </a:spcAft>
              <a:buSzPts val="2273"/>
              <a:buChar char="●"/>
              <a:defRPr sz="2272"/>
            </a:lvl4pPr>
            <a:lvl5pPr indent="-372909" lvl="4" marL="22860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5pPr>
            <a:lvl6pPr indent="-372909" lvl="5" marL="27432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6pPr>
            <a:lvl7pPr indent="-372909" lvl="6" marL="3200400">
              <a:spcBef>
                <a:spcPts val="0"/>
              </a:spcBef>
              <a:spcAft>
                <a:spcPts val="0"/>
              </a:spcAft>
              <a:buSzPts val="2273"/>
              <a:buChar char="●"/>
              <a:defRPr sz="2272"/>
            </a:lvl7pPr>
            <a:lvl8pPr indent="-372909" lvl="7" marL="36576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8pPr>
            <a:lvl9pPr indent="-372909" lvl="8" marL="41148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98880" y="3687920"/>
            <a:ext cx="4800000" cy="109329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indent="-396961" lvl="0" marL="457200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1pPr>
            <a:lvl2pPr indent="-372909" lvl="1" marL="9144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2pPr>
            <a:lvl3pPr indent="-372909" lvl="2" marL="13716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3pPr>
            <a:lvl4pPr indent="-372909" lvl="3" marL="1828800">
              <a:spcBef>
                <a:spcPts val="0"/>
              </a:spcBef>
              <a:spcAft>
                <a:spcPts val="0"/>
              </a:spcAft>
              <a:buSzPts val="2273"/>
              <a:buChar char="●"/>
              <a:defRPr sz="2272"/>
            </a:lvl4pPr>
            <a:lvl5pPr indent="-372909" lvl="4" marL="22860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5pPr>
            <a:lvl6pPr indent="-372909" lvl="5" marL="27432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6pPr>
            <a:lvl7pPr indent="-372909" lvl="6" marL="3200400">
              <a:spcBef>
                <a:spcPts val="0"/>
              </a:spcBef>
              <a:spcAft>
                <a:spcPts val="0"/>
              </a:spcAft>
              <a:buSzPts val="2273"/>
              <a:buChar char="●"/>
              <a:defRPr sz="2272"/>
            </a:lvl7pPr>
            <a:lvl8pPr indent="-372909" lvl="7" marL="36576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8pPr>
            <a:lvl9pPr indent="-372909" lvl="8" marL="41148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74040" y="1424080"/>
            <a:ext cx="10224600" cy="18330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1pPr>
            <a:lvl2pPr lvl="1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2pPr>
            <a:lvl3pPr lvl="2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3pPr>
            <a:lvl4pPr lvl="3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4pPr>
            <a:lvl5pPr lvl="4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5pPr>
            <a:lvl6pPr lvl="5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6pPr>
            <a:lvl7pPr lvl="6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7pPr>
            <a:lvl8pPr lvl="7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8pPr>
            <a:lvl9pPr lvl="8">
              <a:spcBef>
                <a:spcPts val="0"/>
              </a:spcBef>
              <a:spcAft>
                <a:spcPts val="0"/>
              </a:spcAft>
              <a:buSzPts val="5303"/>
              <a:buNone/>
              <a:defRPr sz="530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74040" y="1777920"/>
            <a:ext cx="3369600" cy="2418300"/>
          </a:xfrm>
          <a:prstGeom prst="rect">
            <a:avLst/>
          </a:prstGeom>
        </p:spPr>
        <p:txBody>
          <a:bodyPr anchorCtr="0" anchor="b" bIns="173150" lIns="173150" spcFirstLastPara="1" rIns="173150" wrap="square" tIns="1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1pPr>
            <a:lvl2pPr lvl="1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2pPr>
            <a:lvl3pPr lvl="2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3pPr>
            <a:lvl4pPr lvl="3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4pPr>
            <a:lvl5pPr lvl="4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5pPr>
            <a:lvl6pPr lvl="5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6pPr>
            <a:lvl7pPr lvl="6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7pPr>
            <a:lvl8pPr lvl="7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8pPr>
            <a:lvl9pPr lvl="8">
              <a:spcBef>
                <a:spcPts val="0"/>
              </a:spcBef>
              <a:spcAft>
                <a:spcPts val="0"/>
              </a:spcAft>
              <a:buSzPts val="4545"/>
              <a:buNone/>
              <a:defRPr sz="4545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74040" y="4446720"/>
            <a:ext cx="3369600" cy="101742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indent="-372909" lvl="0" marL="457200">
              <a:spcBef>
                <a:spcPts val="0"/>
              </a:spcBef>
              <a:spcAft>
                <a:spcPts val="0"/>
              </a:spcAft>
              <a:buSzPts val="2273"/>
              <a:buChar char="●"/>
              <a:defRPr sz="2272"/>
            </a:lvl1pPr>
            <a:lvl2pPr indent="-372909" lvl="1" marL="9144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2pPr>
            <a:lvl3pPr indent="-372909" lvl="2" marL="13716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3pPr>
            <a:lvl4pPr indent="-372909" lvl="3" marL="1828800">
              <a:spcBef>
                <a:spcPts val="0"/>
              </a:spcBef>
              <a:spcAft>
                <a:spcPts val="0"/>
              </a:spcAft>
              <a:buSzPts val="2273"/>
              <a:buChar char="●"/>
              <a:defRPr sz="2272"/>
            </a:lvl4pPr>
            <a:lvl5pPr indent="-372909" lvl="4" marL="22860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5pPr>
            <a:lvl6pPr indent="-372909" lvl="5" marL="27432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6pPr>
            <a:lvl7pPr indent="-372909" lvl="6" marL="3200400">
              <a:spcBef>
                <a:spcPts val="0"/>
              </a:spcBef>
              <a:spcAft>
                <a:spcPts val="0"/>
              </a:spcAft>
              <a:buSzPts val="2273"/>
              <a:buChar char="●"/>
              <a:defRPr sz="2272"/>
            </a:lvl7pPr>
            <a:lvl8pPr indent="-372909" lvl="7" marL="3657600">
              <a:spcBef>
                <a:spcPts val="0"/>
              </a:spcBef>
              <a:spcAft>
                <a:spcPts val="0"/>
              </a:spcAft>
              <a:buSzPts val="2273"/>
              <a:buChar char="○"/>
              <a:defRPr sz="2272"/>
            </a:lvl8pPr>
            <a:lvl9pPr indent="-372909" lvl="8" marL="4114800">
              <a:spcBef>
                <a:spcPts val="0"/>
              </a:spcBef>
              <a:spcAft>
                <a:spcPts val="0"/>
              </a:spcAft>
              <a:buSzPts val="2273"/>
              <a:buChar char="■"/>
              <a:defRPr sz="227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88300" y="1440480"/>
            <a:ext cx="7641300" cy="130905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1pPr>
            <a:lvl2pPr lvl="1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2pPr>
            <a:lvl3pPr lvl="2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3pPr>
            <a:lvl4pPr lvl="3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4pPr>
            <a:lvl5pPr lvl="4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5pPr>
            <a:lvl6pPr lvl="5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6pPr>
            <a:lvl7pPr lvl="6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7pPr>
            <a:lvl8pPr lvl="7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8pPr>
            <a:lvl9pPr lvl="8">
              <a:spcBef>
                <a:spcPts val="0"/>
              </a:spcBef>
              <a:spcAft>
                <a:spcPts val="0"/>
              </a:spcAft>
              <a:buSzPts val="9090"/>
              <a:buNone/>
              <a:defRPr sz="909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86400" y="-400"/>
            <a:ext cx="54864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3150" lIns="173150" spcFirstLastPara="1" rIns="173150" wrap="square" tIns="1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8600" y="3946160"/>
            <a:ext cx="4854300" cy="4743600"/>
          </a:xfrm>
          <a:prstGeom prst="rect">
            <a:avLst/>
          </a:prstGeom>
        </p:spPr>
        <p:txBody>
          <a:bodyPr anchorCtr="0" anchor="b" bIns="173150" lIns="173150" spcFirstLastPara="1" rIns="173150" wrap="square" tIns="1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1pPr>
            <a:lvl2pPr lvl="1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2pPr>
            <a:lvl3pPr lvl="2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3pPr>
            <a:lvl4pPr lvl="3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4pPr>
            <a:lvl5pPr lvl="4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5pPr>
            <a:lvl6pPr lvl="5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6pPr>
            <a:lvl7pPr lvl="6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7pPr>
            <a:lvl8pPr lvl="7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8pPr>
            <a:lvl9pPr lvl="8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8600" y="8969840"/>
            <a:ext cx="4854300" cy="39525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77"/>
              <a:buNone/>
              <a:defRPr sz="397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927400" y="2317040"/>
            <a:ext cx="4604400" cy="118242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indent="-445064" lvl="0" marL="457200">
              <a:spcBef>
                <a:spcPts val="0"/>
              </a:spcBef>
              <a:spcAft>
                <a:spcPts val="0"/>
              </a:spcAft>
              <a:buSzPts val="3409"/>
              <a:buChar char="●"/>
              <a:defRPr sz="3408"/>
            </a:lvl1pPr>
            <a:lvl2pPr indent="-396961" lvl="1" marL="914400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2pPr>
            <a:lvl3pPr indent="-396961" lvl="2" marL="1371600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3pPr>
            <a:lvl4pPr indent="-396961" lvl="3" marL="1828800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4pPr>
            <a:lvl5pPr indent="-396961" lvl="4" marL="2286000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5pPr>
            <a:lvl6pPr indent="-396961" lvl="5" marL="2743200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6pPr>
            <a:lvl7pPr indent="-396961" lvl="6" marL="3200400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7pPr>
            <a:lvl8pPr indent="-396961" lvl="7" marL="3657600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8pPr>
            <a:lvl9pPr indent="-396961" lvl="8" marL="4114800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74040" y="13537840"/>
            <a:ext cx="7198500" cy="19365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9"/>
              <a:buNone/>
              <a:defRPr sz="3408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74040" y="3539600"/>
            <a:ext cx="10224600" cy="6283500"/>
          </a:xfrm>
          <a:prstGeom prst="rect">
            <a:avLst/>
          </a:prstGeom>
        </p:spPr>
        <p:txBody>
          <a:bodyPr anchorCtr="0" anchor="b" bIns="173150" lIns="173150" spcFirstLastPara="1" rIns="173150" wrap="square" tIns="1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1pPr>
            <a:lvl2pPr lvl="1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2pPr>
            <a:lvl3pPr lvl="2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3pPr>
            <a:lvl4pPr lvl="3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4pPr>
            <a:lvl5pPr lvl="4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5pPr>
            <a:lvl6pPr lvl="5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6pPr>
            <a:lvl7pPr lvl="6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7pPr>
            <a:lvl8pPr lvl="7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8pPr>
            <a:lvl9pPr lvl="8" algn="ctr">
              <a:spcBef>
                <a:spcPts val="0"/>
              </a:spcBef>
              <a:spcAft>
                <a:spcPts val="0"/>
              </a:spcAft>
              <a:buSzPts val="22726"/>
              <a:buNone/>
              <a:defRPr sz="22725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74040" y="10087120"/>
            <a:ext cx="10224600" cy="4162500"/>
          </a:xfrm>
          <a:prstGeom prst="rect">
            <a:avLst/>
          </a:prstGeom>
        </p:spPr>
        <p:txBody>
          <a:bodyPr anchorCtr="0" anchor="t" bIns="173150" lIns="173150" spcFirstLastPara="1" rIns="173150" wrap="square" tIns="173150">
            <a:normAutofit/>
          </a:bodyPr>
          <a:lstStyle>
            <a:lvl1pPr indent="-445064" lvl="0" marL="457200" algn="ctr">
              <a:spcBef>
                <a:spcPts val="0"/>
              </a:spcBef>
              <a:spcAft>
                <a:spcPts val="0"/>
              </a:spcAft>
              <a:buSzPts val="3409"/>
              <a:buChar char="●"/>
              <a:defRPr sz="3408"/>
            </a:lvl1pPr>
            <a:lvl2pPr indent="-396961" lvl="1" marL="914400" algn="ctr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2pPr>
            <a:lvl3pPr indent="-396961" lvl="2" marL="1371600" algn="ctr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3pPr>
            <a:lvl4pPr indent="-396961" lvl="3" marL="1828800" algn="ctr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4pPr>
            <a:lvl5pPr indent="-396961" lvl="4" marL="2286000" algn="ctr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5pPr>
            <a:lvl6pPr indent="-396961" lvl="5" marL="2743200" algn="ctr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6pPr>
            <a:lvl7pPr indent="-396961" lvl="6" marL="3200400" algn="ctr">
              <a:spcBef>
                <a:spcPts val="0"/>
              </a:spcBef>
              <a:spcAft>
                <a:spcPts val="0"/>
              </a:spcAft>
              <a:buSzPts val="2651"/>
              <a:buChar char="●"/>
              <a:defRPr sz="2651"/>
            </a:lvl7pPr>
            <a:lvl8pPr indent="-396961" lvl="7" marL="3657600" algn="ctr">
              <a:spcBef>
                <a:spcPts val="0"/>
              </a:spcBef>
              <a:spcAft>
                <a:spcPts val="0"/>
              </a:spcAft>
              <a:buSzPts val="2651"/>
              <a:buChar char="○"/>
              <a:defRPr sz="2651"/>
            </a:lvl8pPr>
            <a:lvl9pPr indent="-396961" lvl="8" marL="4114800" algn="ctr">
              <a:spcBef>
                <a:spcPts val="0"/>
              </a:spcBef>
              <a:spcAft>
                <a:spcPts val="0"/>
              </a:spcAft>
              <a:buSzPts val="2651"/>
              <a:buChar char="■"/>
              <a:defRPr sz="265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>
              <a:buNone/>
              <a:defRPr sz="1893"/>
            </a:lvl1pPr>
            <a:lvl2pPr lvl="1">
              <a:buNone/>
              <a:defRPr sz="1893"/>
            </a:lvl2pPr>
            <a:lvl3pPr lvl="2">
              <a:buNone/>
              <a:defRPr sz="1893"/>
            </a:lvl3pPr>
            <a:lvl4pPr lvl="3">
              <a:buNone/>
              <a:defRPr sz="1893"/>
            </a:lvl4pPr>
            <a:lvl5pPr lvl="4">
              <a:buNone/>
              <a:defRPr sz="1893"/>
            </a:lvl5pPr>
            <a:lvl6pPr lvl="5">
              <a:buNone/>
              <a:defRPr sz="1893"/>
            </a:lvl6pPr>
            <a:lvl7pPr lvl="6">
              <a:buNone/>
              <a:defRPr sz="1893"/>
            </a:lvl7pPr>
            <a:lvl8pPr lvl="7">
              <a:buNone/>
              <a:defRPr sz="1893"/>
            </a:lvl8pPr>
            <a:lvl9pPr lvl="8">
              <a:buNone/>
              <a:defRPr sz="189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74040" y="1424080"/>
            <a:ext cx="10224600" cy="18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150" lIns="173150" spcFirstLastPara="1" rIns="173150" wrap="square" tIns="1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3"/>
              <a:buNone/>
              <a:defRPr sz="530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74040" y="3687920"/>
            <a:ext cx="10224600" cy="109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150" lIns="173150" spcFirstLastPara="1" rIns="173150" wrap="square" tIns="173150">
            <a:normAutofit/>
          </a:bodyPr>
          <a:lstStyle>
            <a:lvl1pPr indent="-445064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9"/>
              <a:buChar char="●"/>
              <a:defRPr sz="3408">
                <a:solidFill>
                  <a:schemeClr val="dk2"/>
                </a:solidFill>
              </a:defRPr>
            </a:lvl1pPr>
            <a:lvl2pPr indent="-396961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○"/>
              <a:defRPr sz="2651">
                <a:solidFill>
                  <a:schemeClr val="dk2"/>
                </a:solidFill>
              </a:defRPr>
            </a:lvl2pPr>
            <a:lvl3pPr indent="-396961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■"/>
              <a:defRPr sz="2651">
                <a:solidFill>
                  <a:schemeClr val="dk2"/>
                </a:solidFill>
              </a:defRPr>
            </a:lvl3pPr>
            <a:lvl4pPr indent="-396961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●"/>
              <a:defRPr sz="2651">
                <a:solidFill>
                  <a:schemeClr val="dk2"/>
                </a:solidFill>
              </a:defRPr>
            </a:lvl4pPr>
            <a:lvl5pPr indent="-396961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○"/>
              <a:defRPr sz="2651">
                <a:solidFill>
                  <a:schemeClr val="dk2"/>
                </a:solidFill>
              </a:defRPr>
            </a:lvl5pPr>
            <a:lvl6pPr indent="-396961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■"/>
              <a:defRPr sz="2651">
                <a:solidFill>
                  <a:schemeClr val="dk2"/>
                </a:solidFill>
              </a:defRPr>
            </a:lvl6pPr>
            <a:lvl7pPr indent="-396961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●"/>
              <a:defRPr sz="2651">
                <a:solidFill>
                  <a:schemeClr val="dk2"/>
                </a:solidFill>
              </a:defRPr>
            </a:lvl7pPr>
            <a:lvl8pPr indent="-396961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○"/>
              <a:defRPr sz="2651">
                <a:solidFill>
                  <a:schemeClr val="dk2"/>
                </a:solidFill>
              </a:defRPr>
            </a:lvl8pPr>
            <a:lvl9pPr indent="-396961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51"/>
              <a:buChar char="■"/>
              <a:defRPr sz="265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166949" y="14922294"/>
            <a:ext cx="6585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150" lIns="173150" spcFirstLastPara="1" rIns="173150" wrap="square" tIns="173150">
            <a:normAutofit/>
          </a:bodyPr>
          <a:lstStyle>
            <a:lvl1pPr lvl="0" algn="r">
              <a:buNone/>
              <a:defRPr sz="1893">
                <a:solidFill>
                  <a:schemeClr val="dk2"/>
                </a:solidFill>
              </a:defRPr>
            </a:lvl1pPr>
            <a:lvl2pPr lvl="1" algn="r">
              <a:buNone/>
              <a:defRPr sz="1893">
                <a:solidFill>
                  <a:schemeClr val="dk2"/>
                </a:solidFill>
              </a:defRPr>
            </a:lvl2pPr>
            <a:lvl3pPr lvl="2" algn="r">
              <a:buNone/>
              <a:defRPr sz="1893">
                <a:solidFill>
                  <a:schemeClr val="dk2"/>
                </a:solidFill>
              </a:defRPr>
            </a:lvl3pPr>
            <a:lvl4pPr lvl="3" algn="r">
              <a:buNone/>
              <a:defRPr sz="1893">
                <a:solidFill>
                  <a:schemeClr val="dk2"/>
                </a:solidFill>
              </a:defRPr>
            </a:lvl4pPr>
            <a:lvl5pPr lvl="4" algn="r">
              <a:buNone/>
              <a:defRPr sz="1893">
                <a:solidFill>
                  <a:schemeClr val="dk2"/>
                </a:solidFill>
              </a:defRPr>
            </a:lvl5pPr>
            <a:lvl6pPr lvl="5" algn="r">
              <a:buNone/>
              <a:defRPr sz="1893">
                <a:solidFill>
                  <a:schemeClr val="dk2"/>
                </a:solidFill>
              </a:defRPr>
            </a:lvl6pPr>
            <a:lvl7pPr lvl="6" algn="r">
              <a:buNone/>
              <a:defRPr sz="1893">
                <a:solidFill>
                  <a:schemeClr val="dk2"/>
                </a:solidFill>
              </a:defRPr>
            </a:lvl7pPr>
            <a:lvl8pPr lvl="7" algn="r">
              <a:buNone/>
              <a:defRPr sz="1893">
                <a:solidFill>
                  <a:schemeClr val="dk2"/>
                </a:solidFill>
              </a:defRPr>
            </a:lvl8pPr>
            <a:lvl9pPr lvl="8" algn="r">
              <a:buNone/>
              <a:defRPr sz="1893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8.png"/><Relationship Id="rId13" Type="http://schemas.openxmlformats.org/officeDocument/2006/relationships/image" Target="../media/image12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jpg"/><Relationship Id="rId9" Type="http://schemas.openxmlformats.org/officeDocument/2006/relationships/image" Target="../media/image13.png"/><Relationship Id="rId15" Type="http://schemas.openxmlformats.org/officeDocument/2006/relationships/image" Target="../media/image6.png"/><Relationship Id="rId14" Type="http://schemas.openxmlformats.org/officeDocument/2006/relationships/image" Target="../media/image16.png"/><Relationship Id="rId17" Type="http://schemas.openxmlformats.org/officeDocument/2006/relationships/image" Target="../media/image15.png"/><Relationship Id="rId16" Type="http://schemas.openxmlformats.org/officeDocument/2006/relationships/image" Target="../media/image3.png"/><Relationship Id="rId5" Type="http://schemas.openxmlformats.org/officeDocument/2006/relationships/image" Target="../media/image10.png"/><Relationship Id="rId19" Type="http://schemas.openxmlformats.org/officeDocument/2006/relationships/image" Target="../media/image2.png"/><Relationship Id="rId6" Type="http://schemas.openxmlformats.org/officeDocument/2006/relationships/image" Target="../media/image5.png"/><Relationship Id="rId18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hyperlink" Target="http://node.j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4203" y="11341057"/>
            <a:ext cx="697139" cy="69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3320" y="4209034"/>
            <a:ext cx="592038" cy="59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36175" y="7449172"/>
            <a:ext cx="871426" cy="6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4204" y="1908946"/>
            <a:ext cx="697140" cy="6971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308417" y="222900"/>
            <a:ext cx="7802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33025" spcFirstLastPara="1" rIns="33025" wrap="square" tIns="330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33">
                <a:solidFill>
                  <a:schemeClr val="dk2"/>
                </a:solidFill>
              </a:rPr>
              <a:t>LevelField</a:t>
            </a:r>
            <a:endParaRPr sz="10833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33">
                <a:solidFill>
                  <a:schemeClr val="dk2"/>
                </a:solidFill>
              </a:rPr>
              <a:t>Cloud-Native Full-Stack Deployment</a:t>
            </a:r>
            <a:endParaRPr sz="10833">
              <a:solidFill>
                <a:schemeClr val="dk2"/>
              </a:solidFill>
            </a:endParaRPr>
          </a:p>
        </p:txBody>
      </p:sp>
      <p:cxnSp>
        <p:nvCxnSpPr>
          <p:cNvPr id="59" name="Google Shape;59;p13"/>
          <p:cNvCxnSpPr>
            <a:stCxn id="57" idx="2"/>
            <a:endCxn id="55" idx="0"/>
          </p:cNvCxnSpPr>
          <p:nvPr/>
        </p:nvCxnSpPr>
        <p:spPr>
          <a:xfrm>
            <a:off x="9382774" y="2606087"/>
            <a:ext cx="6600" cy="1602900"/>
          </a:xfrm>
          <a:prstGeom prst="straightConnector1">
            <a:avLst/>
          </a:prstGeom>
          <a:noFill/>
          <a:ln cap="flat" cmpd="sng" w="7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>
            <a:stCxn id="55" idx="2"/>
            <a:endCxn id="56" idx="0"/>
          </p:cNvCxnSpPr>
          <p:nvPr/>
        </p:nvCxnSpPr>
        <p:spPr>
          <a:xfrm flipH="1">
            <a:off x="9371939" y="4801072"/>
            <a:ext cx="17400" cy="2648100"/>
          </a:xfrm>
          <a:prstGeom prst="straightConnector1">
            <a:avLst/>
          </a:prstGeom>
          <a:noFill/>
          <a:ln cap="flat" cmpd="sng" w="7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" name="Google Shape;61;p13"/>
          <p:cNvSpPr/>
          <p:nvPr/>
        </p:nvSpPr>
        <p:spPr>
          <a:xfrm>
            <a:off x="-8042" y="1604353"/>
            <a:ext cx="7400100" cy="2368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00" lIns="29600" spcFirstLastPara="1" rIns="29600" wrap="square" tIns="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3"/>
          </a:p>
        </p:txBody>
      </p:sp>
      <p:sp>
        <p:nvSpPr>
          <p:cNvPr id="62" name="Google Shape;62;p13"/>
          <p:cNvSpPr txBox="1"/>
          <p:nvPr/>
        </p:nvSpPr>
        <p:spPr>
          <a:xfrm>
            <a:off x="283675" y="1722576"/>
            <a:ext cx="6571200" cy="20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00" lIns="29600" spcFirstLastPara="1" rIns="29600" wrap="square" tIns="29600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31">
                <a:solidFill>
                  <a:srgbClr val="FFFFFF"/>
                </a:solidFill>
              </a:rPr>
              <a:t>LevelField is a lightweight fantasy football trade evaluation tool designed to promote fair, data-driven trades in fantasy leagues. It combines live player data, user </a:t>
            </a:r>
            <a:r>
              <a:rPr lang="en" sz="3431">
                <a:solidFill>
                  <a:srgbClr val="FFFFFF"/>
                </a:solidFill>
              </a:rPr>
              <a:t>authentication</a:t>
            </a:r>
            <a:r>
              <a:rPr lang="en" sz="3431">
                <a:solidFill>
                  <a:srgbClr val="FFFFFF"/>
                </a:solidFill>
              </a:rPr>
              <a:t>, and automated updates to provide a trade evaluation tool.</a:t>
            </a:r>
            <a:endParaRPr sz="3431"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7649450" y="2865550"/>
            <a:ext cx="15195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8325" lIns="28325" spcFirstLastPara="1" rIns="28325" wrap="square" tIns="283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501">
                <a:solidFill>
                  <a:schemeClr val="dk2"/>
                </a:solidFill>
              </a:rPr>
              <a:t>NodePort 30080</a:t>
            </a:r>
            <a:endParaRPr sz="3181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183498" y="5809388"/>
            <a:ext cx="1043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8325" lIns="28325" spcFirstLastPara="1" rIns="28325" wrap="square" tIns="2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ClusterIP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833900" y="9319775"/>
            <a:ext cx="15195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325" lIns="28325" spcFirstLastPara="1" rIns="28325" wrap="square" tIns="2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04">
                <a:solidFill>
                  <a:schemeClr val="dk2"/>
                </a:solidFill>
              </a:rPr>
              <a:t>ClusterIP 27017</a:t>
            </a:r>
            <a:endParaRPr sz="1504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8431225" y="222900"/>
            <a:ext cx="2225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325" lIns="28325" spcFirstLastPara="1" rIns="28325" wrap="square" tIns="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73">
                <a:solidFill>
                  <a:schemeClr val="dk2"/>
                </a:solidFill>
              </a:rPr>
              <a:t>Kubernetes Architecture</a:t>
            </a:r>
            <a:endParaRPr sz="2973">
              <a:solidFill>
                <a:schemeClr val="dk2"/>
              </a:solidFill>
            </a:endParaRPr>
          </a:p>
        </p:txBody>
      </p:sp>
      <p:pic>
        <p:nvPicPr>
          <p:cNvPr id="67" name="Google Shape;67;p13" title="qrcode_github.co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8019" y="155440"/>
            <a:ext cx="1126200" cy="112619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1308416" y="1122263"/>
            <a:ext cx="788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33025" spcFirstLastPara="1" rIns="33025" wrap="square" tIns="33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30">
                <a:solidFill>
                  <a:schemeClr val="dk2"/>
                </a:solidFill>
              </a:rPr>
              <a:t>Michael Davis, Stephen Kain, Vance Keesler, Matthew Sheehan</a:t>
            </a:r>
            <a:endParaRPr sz="183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-8050" y="6873975"/>
            <a:ext cx="4311900" cy="9250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00" lIns="29600" spcFirstLastPara="1" rIns="29600" wrap="square" tIns="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3"/>
          </a:p>
        </p:txBody>
      </p:sp>
      <p:sp>
        <p:nvSpPr>
          <p:cNvPr id="70" name="Google Shape;70;p13"/>
          <p:cNvSpPr txBox="1"/>
          <p:nvPr/>
        </p:nvSpPr>
        <p:spPr>
          <a:xfrm>
            <a:off x="148675" y="7052748"/>
            <a:ext cx="4163100" cy="9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00" lIns="29600" spcFirstLastPara="1" rIns="29600" wrap="square" tIns="29600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96" u="sng">
                <a:solidFill>
                  <a:srgbClr val="FFFFFF"/>
                </a:solidFill>
              </a:rPr>
              <a:t> System Architecture</a:t>
            </a:r>
            <a:endParaRPr b="1" sz="3196" u="sng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3">
                <a:solidFill>
                  <a:srgbClr val="FFFFFF"/>
                </a:solidFill>
              </a:rPr>
              <a:t>Frontend (React + Vite + NGINX): 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Auth0 login + session persistence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Stateless multi-stage Docker build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NodePort Service (30080) serves UI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Calls backend API via /api</a:t>
            </a:r>
            <a:br>
              <a:rPr lang="en" sz="2383">
                <a:solidFill>
                  <a:srgbClr val="FFFFFF"/>
                </a:solidFill>
              </a:rPr>
            </a:br>
            <a:endParaRPr sz="23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3">
                <a:solidFill>
                  <a:srgbClr val="FFFFFF"/>
                </a:solidFill>
              </a:rPr>
              <a:t>Backend </a:t>
            </a:r>
            <a:r>
              <a:rPr lang="en" sz="2383">
                <a:solidFill>
                  <a:schemeClr val="lt1"/>
                </a:solidFill>
              </a:rPr>
              <a:t>(</a:t>
            </a:r>
            <a:r>
              <a:rPr lang="en" sz="2383">
                <a:solidFill>
                  <a:schemeClr val="lt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r>
              <a:rPr lang="en" sz="2383">
                <a:solidFill>
                  <a:schemeClr val="lt1"/>
                </a:solidFill>
              </a:rPr>
              <a:t> </a:t>
            </a:r>
            <a:r>
              <a:rPr lang="en" sz="2383">
                <a:solidFill>
                  <a:srgbClr val="FFFFFF"/>
                </a:solidFill>
              </a:rPr>
              <a:t>+ Logging Sidecar)</a:t>
            </a:r>
            <a:r>
              <a:rPr lang="en" sz="2383">
                <a:solidFill>
                  <a:srgbClr val="FFFFFF"/>
                </a:solidFill>
              </a:rPr>
              <a:t>: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Trade evaluation logic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Provides REST API endpoints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Auth0 token verification middleware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Fluent Bit logging sidecar for centralized log collection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MongoDB persistence (trade history)</a:t>
            </a:r>
            <a:endParaRPr sz="23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3">
                <a:solidFill>
                  <a:srgbClr val="FFFFFF"/>
                </a:solidFill>
              </a:rPr>
              <a:t>Storage Layer (MongoDB + Python Script):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Mongo deployment + ClusterIP service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PersistentVolume + PersistentVolumeClaim for durable storage</a:t>
            </a:r>
            <a:endParaRPr sz="23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3">
                <a:solidFill>
                  <a:srgbClr val="FFFFFF"/>
                </a:solidFill>
              </a:rPr>
              <a:t>Data Ingestion Layer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Kubernetes CronJob runs hourly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Python container fetches NFL player data from Sleeper API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Inserts refreshed data into MongoDB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Uses shared MONGO_URI to access same database</a:t>
            </a:r>
            <a:endParaRPr sz="23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3">
                <a:solidFill>
                  <a:srgbClr val="FFFFFF"/>
                </a:solidFill>
              </a:rPr>
              <a:t>Infrastructure (Kubernetes)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Separate Deployments for frontend, backend, MongoDB, CronJob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Internal DNS for service discovery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Persistent storage for long-term data retention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imagePullPolicy: Always ensures new images are pulled on pod restart</a:t>
            </a:r>
            <a:endParaRPr sz="2383">
              <a:solidFill>
                <a:srgbClr val="FFFFFF"/>
              </a:solidFill>
            </a:endParaRPr>
          </a:p>
          <a:p>
            <a:pPr indent="-188489" lvl="0" marL="1651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●"/>
            </a:pPr>
            <a:r>
              <a:rPr lang="en" sz="2383">
                <a:solidFill>
                  <a:srgbClr val="FFFFFF"/>
                </a:solidFill>
              </a:rPr>
              <a:t>NodePort access for external traffic</a:t>
            </a:r>
            <a:endParaRPr sz="2383">
              <a:solidFill>
                <a:srgbClr val="FFFFFF"/>
              </a:solidFill>
            </a:endParaRPr>
          </a:p>
        </p:txBody>
      </p:sp>
      <p:cxnSp>
        <p:nvCxnSpPr>
          <p:cNvPr id="71" name="Google Shape;71;p13"/>
          <p:cNvCxnSpPr>
            <a:stCxn id="56" idx="2"/>
            <a:endCxn id="54" idx="0"/>
          </p:cNvCxnSpPr>
          <p:nvPr/>
        </p:nvCxnSpPr>
        <p:spPr>
          <a:xfrm>
            <a:off x="9371888" y="8146322"/>
            <a:ext cx="10800" cy="3194700"/>
          </a:xfrm>
          <a:prstGeom prst="straightConnector1">
            <a:avLst/>
          </a:prstGeom>
          <a:noFill/>
          <a:ln cap="flat" cmpd="sng" w="82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" name="Google Shape;72;p13" title="GitHub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7266" y="1244614"/>
            <a:ext cx="3556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59360" y="4218778"/>
            <a:ext cx="592038" cy="58337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/>
          <p:nvPr/>
        </p:nvSpPr>
        <p:spPr>
          <a:xfrm>
            <a:off x="4556425" y="6874025"/>
            <a:ext cx="3093000" cy="9250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600" lIns="29600" spcFirstLastPara="1" rIns="29600" wrap="square" tIns="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3"/>
          </a:p>
        </p:txBody>
      </p:sp>
      <p:sp>
        <p:nvSpPr>
          <p:cNvPr id="75" name="Google Shape;75;p13"/>
          <p:cNvSpPr txBox="1"/>
          <p:nvPr/>
        </p:nvSpPr>
        <p:spPr>
          <a:xfrm>
            <a:off x="4670325" y="7052750"/>
            <a:ext cx="2721600" cy="8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33025" spcFirstLastPara="1" rIns="33025" wrap="square" tIns="330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8" u="sng">
                <a:solidFill>
                  <a:schemeClr val="lt1"/>
                </a:solidFill>
              </a:rPr>
              <a:t>Key Features</a:t>
            </a:r>
            <a:endParaRPr b="1" sz="2708" u="sng">
              <a:solidFill>
                <a:schemeClr val="lt1"/>
              </a:solidFill>
            </a:endParaRPr>
          </a:p>
          <a:p>
            <a:pPr indent="-233891" lvl="0" marL="165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83"/>
              <a:buChar char="●"/>
            </a:pPr>
            <a:r>
              <a:rPr lang="en" sz="2383">
                <a:solidFill>
                  <a:schemeClr val="lt1"/>
                </a:solidFill>
              </a:rPr>
              <a:t>Auth0 secure login</a:t>
            </a:r>
            <a:endParaRPr sz="2383">
              <a:solidFill>
                <a:schemeClr val="lt1"/>
              </a:solidFill>
            </a:endParaRPr>
          </a:p>
          <a:p>
            <a:pPr indent="-233891" lvl="0" marL="165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83"/>
              <a:buChar char="●"/>
            </a:pPr>
            <a:r>
              <a:rPr lang="en" sz="2383">
                <a:solidFill>
                  <a:schemeClr val="lt1"/>
                </a:solidFill>
              </a:rPr>
              <a:t>Automated NFL data ingestion via CronJob</a:t>
            </a:r>
            <a:endParaRPr sz="2383">
              <a:solidFill>
                <a:schemeClr val="lt1"/>
              </a:solidFill>
            </a:endParaRPr>
          </a:p>
          <a:p>
            <a:pPr indent="-233891" lvl="0" marL="165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83"/>
              <a:buChar char="●"/>
            </a:pPr>
            <a:r>
              <a:rPr lang="en" sz="2383">
                <a:solidFill>
                  <a:schemeClr val="lt1"/>
                </a:solidFill>
              </a:rPr>
              <a:t>Persistent trade history stored in MongoDB</a:t>
            </a:r>
            <a:endParaRPr sz="2383">
              <a:solidFill>
                <a:schemeClr val="lt1"/>
              </a:solidFill>
            </a:endParaRPr>
          </a:p>
          <a:p>
            <a:pPr indent="-233891" lvl="0" marL="165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83"/>
              <a:buChar char="●"/>
            </a:pPr>
            <a:r>
              <a:rPr lang="en" sz="2383">
                <a:solidFill>
                  <a:schemeClr val="lt1"/>
                </a:solidFill>
              </a:rPr>
              <a:t>Stateless and isolated service components</a:t>
            </a:r>
            <a:endParaRPr sz="2383">
              <a:solidFill>
                <a:schemeClr val="lt1"/>
              </a:solidFill>
            </a:endParaRPr>
          </a:p>
          <a:p>
            <a:pPr indent="-233891" lvl="0" marL="165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83"/>
              <a:buChar char="●"/>
            </a:pPr>
            <a:r>
              <a:rPr lang="en" sz="2383">
                <a:solidFill>
                  <a:schemeClr val="lt1"/>
                </a:solidFill>
              </a:rPr>
              <a:t>Internal DNS-based communication (backend-service, mongo-service)</a:t>
            </a:r>
            <a:endParaRPr sz="2383">
              <a:solidFill>
                <a:schemeClr val="lt1"/>
              </a:solidFill>
            </a:endParaRPr>
          </a:p>
          <a:p>
            <a:pPr indent="-233891" lvl="0" marL="165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83"/>
              <a:buChar char="●"/>
            </a:pPr>
            <a:r>
              <a:rPr lang="en" sz="2383">
                <a:solidFill>
                  <a:schemeClr val="lt1"/>
                </a:solidFill>
              </a:rPr>
              <a:t>Clean separation between UI, API, storage, and scheduled tasks</a:t>
            </a:r>
            <a:endParaRPr sz="2383">
              <a:solidFill>
                <a:schemeClr val="lt1"/>
              </a:solidFill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872187" y="11331327"/>
            <a:ext cx="784281" cy="784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931309" y="7466450"/>
            <a:ext cx="592035" cy="6636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3"/>
          <p:cNvCxnSpPr>
            <a:stCxn id="79" idx="0"/>
            <a:endCxn id="54" idx="2"/>
          </p:cNvCxnSpPr>
          <p:nvPr/>
        </p:nvCxnSpPr>
        <p:spPr>
          <a:xfrm flipH="1" rot="10800000">
            <a:off x="9371972" y="12038196"/>
            <a:ext cx="10800" cy="3278700"/>
          </a:xfrm>
          <a:prstGeom prst="straightConnector1">
            <a:avLst/>
          </a:prstGeom>
          <a:noFill/>
          <a:ln cap="flat" cmpd="sng" w="82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0" name="Google Shape;80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915759" y="1908938"/>
            <a:ext cx="697139" cy="69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 title="Screenshot 2025-12-04 at 3.24.55 P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783483" y="4324421"/>
            <a:ext cx="2200855" cy="237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 title="Screenshot 2025-12-04 at 3.30.17 P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56675" y="4287725"/>
            <a:ext cx="2164350" cy="248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 title="Screenshot 2025-12-04 at 3.31.41 PM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-8050" y="4313750"/>
            <a:ext cx="2810100" cy="23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387550" y="4228801"/>
            <a:ext cx="697149" cy="62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589327" y="15316820"/>
            <a:ext cx="160001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770948" y="7355571"/>
            <a:ext cx="1043700" cy="755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